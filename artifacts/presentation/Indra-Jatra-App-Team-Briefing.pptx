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cc7fe38bce493e" /><Relationship Type="http://schemas.openxmlformats.org/officeDocument/2006/relationships/extended-properties" Target="/docProps/app.xml" Id="Rbc0de0f18fdd4951" /><Relationship Type="http://schemas.openxmlformats.org/officeDocument/2006/relationships/officeDocument" Target="/ppt/presentation.xml" Id="Rb5f987632c0b45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3138f19f864070"/>
  </p:sldMasterIdLst>
  <p:notesMasterIdLst>
    <p:notesMasterId xmlns:r="http://schemas.openxmlformats.org/officeDocument/2006/relationships" r:id="R8245fe2c323247e3"/>
  </p:notesMasterIdLst>
  <p:sldIdLst>
    <p:sldId xmlns:r="http://schemas.openxmlformats.org/officeDocument/2006/relationships" id="256" r:id="R54492add67a64f75"/>
    <p:sldId xmlns:r="http://schemas.openxmlformats.org/officeDocument/2006/relationships" id="257" r:id="R2c507f385fbf4e35"/>
    <p:sldId xmlns:r="http://schemas.openxmlformats.org/officeDocument/2006/relationships" id="258" r:id="R4d7f2e7e5de44882"/>
    <p:sldId xmlns:r="http://schemas.openxmlformats.org/officeDocument/2006/relationships" id="259" r:id="R3b408a6ececf456d"/>
    <p:sldId xmlns:r="http://schemas.openxmlformats.org/officeDocument/2006/relationships" id="260" r:id="R79f6bcb7aa59462e"/>
    <p:sldId xmlns:r="http://schemas.openxmlformats.org/officeDocument/2006/relationships" id="261" r:id="R3eff4cf25b304d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e61560f9bb4b5a" /><Relationship Type="http://schemas.openxmlformats.org/officeDocument/2006/relationships/slideMaster" Target="/ppt/slideMasters/slideMaster1.xml" Id="R013138f19f864070" /><Relationship Type="http://schemas.openxmlformats.org/officeDocument/2006/relationships/notesMaster" Target="/ppt/notesMasters/notesMaster1.xml" Id="R8245fe2c323247e3" /><Relationship Type="http://schemas.openxmlformats.org/officeDocument/2006/relationships/presProps" Target="/ppt/presProps.xml" Id="Raff9e4196f804e87" /><Relationship Type="http://schemas.openxmlformats.org/officeDocument/2006/relationships/tableStyles" Target="/ppt/tableStyles.xml" Id="Rafb531ff7a2143d4" /><Relationship Type="http://schemas.openxmlformats.org/officeDocument/2006/relationships/slide" Target="/ppt/slides/slide1.xml" Id="R54492add67a64f75" /><Relationship Type="http://schemas.openxmlformats.org/officeDocument/2006/relationships/slide" Target="/ppt/slides/slide2.xml" Id="R2c507f385fbf4e35" /><Relationship Type="http://schemas.openxmlformats.org/officeDocument/2006/relationships/slide" Target="/ppt/slides/slide3.xml" Id="R4d7f2e7e5de44882" /><Relationship Type="http://schemas.openxmlformats.org/officeDocument/2006/relationships/slide" Target="/ppt/slides/slide4.xml" Id="R3b408a6ececf456d" /><Relationship Type="http://schemas.openxmlformats.org/officeDocument/2006/relationships/slide" Target="/ppt/slides/slide5.xml" Id="R79f6bcb7aa59462e" /><Relationship Type="http://schemas.openxmlformats.org/officeDocument/2006/relationships/slide" Target="/ppt/slides/slide6.xml" Id="R3eff4cf25b304d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8dab4ed03d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3ad326520647bc" /><Relationship Type="http://schemas.openxmlformats.org/officeDocument/2006/relationships/notesMaster" Target="/ppt/notesMasters/notesMaster1.xml" Id="R21a8f8320e7643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11031aff54775" /><Relationship Type="http://schemas.openxmlformats.org/officeDocument/2006/relationships/notesMaster" Target="/ppt/notesMasters/notesMaster1.xml" Id="R527aa3ae999c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281775d75b43aa" /><Relationship Type="http://schemas.openxmlformats.org/officeDocument/2006/relationships/notesMaster" Target="/ppt/notesMasters/notesMaster1.xml" Id="Rf0f04613fe4b4c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18033563474e31" /><Relationship Type="http://schemas.openxmlformats.org/officeDocument/2006/relationships/notesMaster" Target="/ppt/notesMasters/notesMaster1.xml" Id="R407d3bfc35e94e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0d80d745a04353" /><Relationship Type="http://schemas.openxmlformats.org/officeDocument/2006/relationships/notesMaster" Target="/ppt/notesMasters/notesMaster1.xml" Id="R19f5a5fce4ff44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5a9aee03be4a6e" /><Relationship Type="http://schemas.openxmlformats.org/officeDocument/2006/relationships/notesMaster" Target="/ppt/notesMasters/notesMaster1.xml" Id="Rbdaa56bed77c48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visitor problem: one trusted place for what is happening, where to go and what the cultural elements mean. Image: NGV project festival photograph.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build is designed for rehearsal with seeded content. Visitor routes render, assets load and the PWA builds successfully. Cultural copy still needs committee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this as a story, not a menu tour. Start on Home, open the programme, locate First Aid, scan a trail code, then show the saved passport.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map shown is the supplied planned 2026 site map. Be explicit that current live overrides only sync within the same browser profile; the shared API is a release blocker.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sponsorship destination: https://newaguthi.org.au/sponsors/#sponsorship-form. The WordPress implementation already supports packages, business details, consent, spam protection, private enquiry storage and email notification.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go/no-go statement. The app can be shared internally today, but publishing with an unauthenticated organiser console and missing production API would expose operational controls and break core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f75f188bf24e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70e0138b364f82" /><Relationship Type="http://schemas.openxmlformats.org/officeDocument/2006/relationships/slideLayout" Target="/ppt/slideLayouts/slideLayout1.xml" Id="Re8b87d7669a94b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87d7669a94b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2e80ab67c443e" /><Relationship Type="http://schemas.openxmlformats.org/officeDocument/2006/relationships/image" Target="/ppt/media/image.jpeg" Id="R8d40ecf40f9b4869" /><Relationship Type="http://schemas.openxmlformats.org/officeDocument/2006/relationships/notesSlide" Target="/ppt/notesSlides/notesSlide1.xml" Id="Ra8078ae6a56946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eee6dce764083" /><Relationship Type="http://schemas.openxmlformats.org/officeDocument/2006/relationships/image" Target="/ppt/media/image2.jpeg" Id="Rdf56ebf738084044" /><Relationship Type="http://schemas.openxmlformats.org/officeDocument/2006/relationships/notesSlide" Target="/ppt/notesSlides/notesSlide2.xml" Id="R37ba327430684b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a86332fc44ca6" /><Relationship Type="http://schemas.openxmlformats.org/officeDocument/2006/relationships/image" Target="/ppt/media/image3.jpeg" Id="R38941a4836e846ac" /><Relationship Type="http://schemas.openxmlformats.org/officeDocument/2006/relationships/notesSlide" Target="/ppt/notesSlides/notesSlide3.xml" Id="R1ba3d88d0a504b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1bb37d43e4eb6" /><Relationship Type="http://schemas.openxmlformats.org/officeDocument/2006/relationships/image" Target="/ppt/media/image4.jpeg" Id="Rbee337e1c4ee4ac4" /><Relationship Type="http://schemas.openxmlformats.org/officeDocument/2006/relationships/notesSlide" Target="/ppt/notesSlides/notesSlide4.xml" Id="Re3fd8e8179dd4b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b8cb04e354f46" /><Relationship Type="http://schemas.openxmlformats.org/officeDocument/2006/relationships/image" Target="/ppt/media/image.png" Id="Rebd09ed3a4414954" /><Relationship Type="http://schemas.openxmlformats.org/officeDocument/2006/relationships/notesSlide" Target="/ppt/notesSlides/notesSlide5.xml" Id="R844ac2c7eabe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f42fe78a64a49" /><Relationship Type="http://schemas.openxmlformats.org/officeDocument/2006/relationships/notesSlide" Target="/ppt/notesSlides/notesSlide6.xml" Id="Rd5994d14ad294a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0ecf40f9b4869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02DBC-342C-4CD5-9D25-93CB21B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7EA60E-A0ED-4F5D-BE33-D917E277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062430-C70D-43D1-B75C-EFFFE2EC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6EE9C-0922-4132-A805-4A1CC92B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TEAM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A5998-5EEE-451C-B3EA-0C5CBCA8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Indra Jatra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Melbourne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7440E-6E24-41B4-A7AE-14522447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Visitor guide, cultural trail and event-day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0B1E6-79FC-4106-A0CF-9DA7590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9C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79C13"/>
                </a:solidFill>
                <a:latin typeface="Helvetica Neue"/>
                <a:ea typeface="Helvetica Neue"/>
                <a:cs typeface="Helvetica Neue"/>
              </a:rPr>
              <a:t>Newa Guthi Victoria</a:t>
            </a:r>
          </a:p>
        </p:txBody>
      </p:sp>
    </p:spTree>
    <p:extLst>
      <p:ext uri="{BB962C8B-B14F-4D97-AF65-F5344CB8AC3E}">
        <p14:creationId xmlns:p14="http://schemas.microsoft.com/office/powerpoint/2010/main" val="881341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4BD36C-F35A-401B-A23F-E758055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37DE6-1E14-4776-BA12-3B7C66A0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One pocket guide for the whole festival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EF4AD-A197-4C19-8638-1717E21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FFB64-07B7-4537-A4FD-4B1BDA56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910D1-9BDB-4148-9622-0BF45594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Live programme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0A5BD-C19D-4E7D-9600-55BFD3DE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Now, next and full schedule with useful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75981-BAD0-411E-82AC-92CC2136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408D9-7373-4E9C-A491-9E9BEEC3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Venue wayfinding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8CA4A-F570-4060-B622-77CBF43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765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A planned site map plus facilities and landmarks.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3E794-E30D-4E3F-A102-6D52230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10A86-1837-4126-89E6-FDFFDF14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Cultural trail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834AD-2E3F-4D35-A75F-CEE9EDB6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05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Twelve stories, QR entry points and a festival passport.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70820-AB38-4624-8ACC-5DE0B084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143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01F79-5CCE-465E-A7E1-D3AC5D7D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Personal festival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486D7-B4B1-4327-8646-9FFEA64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Saved sessions, collected stamps and offline access.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6ebf738084044"/>
          <a:srcRect xmlns:a="http://schemas.openxmlformats.org/drawingml/2006/main" l="0" t="10106" r="0" b="101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24000"/>
            <a:ext cx="4476750" cy="476250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0E43F-08EA-4B24-BC35-FCE262F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3405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79273-C8D7-45FC-AA2C-5E9245C0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912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SEED / DEMO MODE</a:t>
            </a:r>
          </a:p>
        </p:txBody>
      </p:sp>
    </p:spTree>
    <p:extLst>
      <p:ext uri="{BB962C8B-B14F-4D97-AF65-F5344CB8AC3E}">
        <p14:creationId xmlns:p14="http://schemas.microsoft.com/office/powerpoint/2010/main" val="7194627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648091-C371-44D5-8A6E-BAF6C14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HOW VISITORS USE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4C9EB-900C-4234-BE04-796E8AB2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A simple journey from arrival to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D2B14-8DEF-464B-9C57-ACB799D3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C9453-E3D9-47C4-9EAB-CDFF3D9E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51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AA56E-4615-444F-80B7-2BBD47B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02B93-942C-4977-9688-985E857D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478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Open and orient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904CA-48D7-4BC0-A1EE-D0FE65CC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431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See what is on now and what starts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C6421-BB86-4C09-A676-D492E543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C1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241019-44D6-4966-9238-13775457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00BD8-6411-4503-AD44-4FECFE74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Find the place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39301-00F7-40BC-B479-2D9C9039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Use the map, facilities and directory.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94610-B1C6-4476-91B2-14FB6DC3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705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21459-42F0-42C9-A377-D644B93F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DA1E48-BE72-45E3-B18B-373E1565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66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Explore the 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AE3CE-6AC1-4E82-8386-B29DB10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Scan signs or browse the cultural trail.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3AB77-4937-494B-B1B5-5755B00F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141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D1B59-F5D1-4428-B007-335F284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753CE4-0ACD-4032-BAF2-B56533E0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Keep the day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3AB851-5354-4EDD-B18C-431E378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Save sessions and build a digital passport.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41a4836e846ac"/>
          <a:srcRect xmlns:a="http://schemas.openxmlformats.org/drawingml/2006/main" l="0" t="7267" r="0" b="7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1524000"/>
            <a:ext cx="4095750" cy="46672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C1D1B-CA3A-4505-92A4-AB0EBD1B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3524250" cy="685800"/>
          </a:xfrm>
          <a:prstGeom xmlns:a="http://schemas.openxmlformats.org/drawingml/2006/main" prst="roundRect">
            <a:avLst>
              <a:gd name="adj" fmla="val 11111"/>
            </a:avLst>
          </a:prstGeom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F484C-53D6-4AE9-A1F9-E2411F5B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530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Designed for one-handed use</a:t>
            </a:r>
          </a:p>
          <a:p xmlns:a="http://schemas.openxmlformats.org/drawingml/2006/main">
            <a:pPr>
              <a:def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on a busy festival day</a:t>
            </a:r>
          </a:p>
        </p:txBody>
      </p:sp>
    </p:spTree>
    <p:extLst>
      <p:ext uri="{BB962C8B-B14F-4D97-AF65-F5344CB8AC3E}">
        <p14:creationId xmlns:p14="http://schemas.microsoft.com/office/powerpoint/2010/main" val="9166024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B0BDE-BB2B-441A-B7B1-11B6E533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EVENT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299D1-F583-4B9A-8984-D207CE44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Clear ownership keeps information trustworthy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2DC48-A60B-4628-BCDC-C71845C8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337e1c4ee4ac4"/>
          <a:stretch xmlns:a="http://schemas.openxmlformats.org/drawingml/2006/main"/>
        </p:blipFill>
        <p:spPr>
          <a:xfrm xmlns:a="http://schemas.openxmlformats.org/drawingml/2006/main">
            <a:off x="1326102" y="1524000"/>
            <a:ext cx="3634296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DAA4B-63E0-4EA9-AF40-8C90D23D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954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0FC03-E721-4AD0-88C9-A59FD92F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7526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25E97-4174-4762-BA9D-8C15A3D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Content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B9386-2920-4327-B3CB-F04264FE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Approves programme, locations, cultural copy and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C0A1E-3BF3-49FF-B6BA-BC948893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146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0D47C-FF14-468A-A07F-DE613213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718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1ADDD-536C-494F-B618-18253AC5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Organiser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0EC38-C146-47A3-A41C-A580443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Updates event status and tests the visitor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983D4-7720-4D59-8809-AFFFEE32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33850"/>
            <a:ext cx="533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3F926-3884-4A66-86DF-C21D07C9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910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F23B7B-44AF-4C5C-A7A9-72E0B546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Support lead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3B30D-F0E3-42B4-B0A4-8C6FC2B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Monitors QR, install, access and help-desk issues.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11419-E30C-4229-AB84-48423917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4953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49EAD-E4B9-413E-B17C-9D41403F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91175"/>
            <a:ext cx="4514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Before launch: organiser access must be secured, and updates must use a shared server API rather than browser-only storage.</a:t>
            </a:r>
          </a:p>
        </p:txBody>
      </p:sp>
    </p:spTree>
    <p:extLst>
      <p:ext uri="{BB962C8B-B14F-4D97-AF65-F5344CB8AC3E}">
        <p14:creationId xmlns:p14="http://schemas.microsoft.com/office/powerpoint/2010/main" val="282289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E041E-4957-4C09-B49B-21820F91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COMMUNITY CONVERSION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5F2EE-5126-43C0-89AA-02C378E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Use one trusted form for each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34F35-9AEA-47CC-87A2-8B50FD46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09ed3a4414954"/>
          <a:stretch xmlns:a="http://schemas.openxmlformats.org/drawingml/2006/main"/>
        </p:blipFill>
        <p:spPr>
          <a:xfrm xmlns:a="http://schemas.openxmlformats.org/drawingml/2006/main">
            <a:off x="1486565" y="1828800"/>
            <a:ext cx="1541721" cy="1714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1199D-0CEB-4B86-BB1A-8C2F31CC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The app should route people to maintained website forms, not duplicate sensitive data handling in demo code.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229BE-038E-4183-BEEE-21D3B4BE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5735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49B05A-1A9B-4332-84EF-D6365458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47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Sponsorship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318A-44C4-432D-BBA6-45F8FDE9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09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Reuse the website sponsorship form and package choices.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8757F-6EB8-42B1-A2BE-44F8495F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0990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DF1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DA30F-C240-4531-818D-7463D75B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Stall EOI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A909E-A584-470C-9334-47FF7334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Create a dedicated website form with stall type and requirements.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AC8CA-BC66-49B5-A7F9-63157F0A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362450"/>
            <a:ext cx="5619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8E192-1885-4675-A0EF-2B711DAF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Volunteer / classes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A8193-4E19-4511-8328-0F4BB541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914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Use the general contact form until dedicated workflows exist.</a:t>
            </a:r>
          </a:p>
        </p:txBody>
      </p:sp>
    </p:spTree>
    <p:extLst>
      <p:ext uri="{BB962C8B-B14F-4D97-AF65-F5344CB8AC3E}">
        <p14:creationId xmlns:p14="http://schemas.microsoft.com/office/powerpoint/2010/main" val="1315121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85A5B-81F6-42CA-B03D-2DEC6F66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FC428-DFC4-4F8D-B518-A8516D1B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Ready to demonstrate. Not ready to publish.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EFCAC-1A9B-46F2-9DA8-E26EAEA0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7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5C5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8EA24-1FEF-49A9-9FBB-3A2D68DD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9530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DCF0E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CB9F-FD50-4CD9-AFF3-CA9EE8E7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352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2634D-478F-4E8E-B00C-95BD4E60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READY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168E-AA87-4F37-AEF4-B96C70B3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705F"/>
                </a:solidFill>
                <a:latin typeface="Helvetica Neue"/>
                <a:ea typeface="Helvetica Neue"/>
                <a:cs typeface="Helvetica Neue"/>
              </a:rPr>
              <a:t>Internal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F622D-13EC-41B1-8114-C57D647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4000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Visitor routes and imagery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Programme, trail, map and directory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Saved sessions and passport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PWA production build</a:t>
            </a:r>
          </a:p>
          <a:p xmlns:a="http://schemas.openxmlformats.org/drawingml/2006/main">
            <a:pPr>
              <a:def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• Team rehearsal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86D71-1A94-4A22-88FB-1704BBB9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56007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FBE6E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94670-52FF-4C21-9851-51230B08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DA9537-52E9-4ECD-BD73-43C6BBAF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193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BEFORE PUBLIC LAUNCH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8AE4E-1935-4125-8081-760BFE84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731410"/>
                </a:solidFill>
                <a:latin typeface="Helvetica Neue"/>
                <a:ea typeface="Helvetica Neue"/>
                <a:cs typeface="Helvetica Neue"/>
              </a:rPr>
              <a:t>Release 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0CFC0-36A6-47FF-A6B9-0870B29A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762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1. Secure organiser access and implement the API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2. Restore agreed Login / Register onboarding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3. Add a real install-to-home-screen flow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4. Approve cultural stories and final run sheet</a:t>
            </a:r>
          </a:p>
          <a:p xmlns:a="http://schemas.openxmlformats.org/drawingml/2006/main">
            <a:pPr>
              <a:def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6100E"/>
                </a:solidFill>
                <a:latin typeface="Helvetica Neue"/>
                <a:ea typeface="Helvetica Neue"/>
                <a:cs typeface="Helvetica Neue"/>
              </a:rPr>
              <a:t>5. Rehearse on iPhone and Android over HTTPS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7F2B97-61A9-4607-835E-EFA3647A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B4251C"/>
                </a:solidFill>
                <a:latin typeface="Helvetica Neue"/>
                <a:ea typeface="Helvetica Neue"/>
                <a:cs typeface="Helvetica Neue"/>
              </a:rPr>
              <a:t>Next milestone: private stakeholder test</a:t>
            </a:r>
          </a:p>
        </p:txBody>
      </p:sp>
    </p:spTree>
    <p:extLst>
      <p:ext uri="{BB962C8B-B14F-4D97-AF65-F5344CB8AC3E}">
        <p14:creationId xmlns:p14="http://schemas.microsoft.com/office/powerpoint/2010/main" val="530280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2026-09-18T03:57:40.8970000Z</dcterms:created>
  <dcterms:modified xsi:type="dcterms:W3CDTF">2026-09-18T03:57:40.8970000Z</dcterms:modified>
</coreProperties>
</file>